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1737360"/>
            <a:ext cx="457200" cy="45720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Shape 1"/>
          <p:cNvSpPr/>
          <p:nvPr/>
        </p:nvSpPr>
        <p:spPr>
          <a:xfrm>
            <a:off x="6172200" y="17373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4688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Project Name ]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832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one-line description of what it does ]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name ]   ·   Candidate No: __________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617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LRN International GCSE Artificial Intelligence (7923)  —  Paper 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201168" cy="201168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457200"/>
            <a:ext cx="201168" cy="20116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 system do, and why is AI a good fit?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0881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What the system decides or classifies ]</a:t>
            </a:r>
            <a:endParaRPr lang="en-US" sz="20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Why this is hard to solve with fixed rules ]</a:t>
            </a:r>
            <a:endParaRPr lang="en-US" sz="20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So the model learns from examples instead ]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 name]  ·  [Your name]  ·  LRN International GCSE AI (7923) Paper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201168" cy="201168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457200"/>
            <a:ext cx="201168" cy="20116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Tool: [ your tool ]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platform and why you chose it.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0881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What the tool is / who it's for ]</a:t>
            </a:r>
            <a:endParaRPr lang="en-US" sz="20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Why you chose it — e.g. no coding, browser-based ]</a:t>
            </a:r>
            <a:endParaRPr lang="en-US" sz="20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What it lets you export or deploy ]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 name]  ·  [Your name]  ·  LRN International GCSE AI (7923) Paper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201168" cy="201168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457200"/>
            <a:ext cx="201168" cy="20116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labels, and how you prepared it.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0881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Dataset source and licence ]</a:t>
            </a:r>
            <a:endParaRPr lang="en-US" sz="20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labels — e.g. label A, label B ]</a:t>
            </a:r>
            <a:endParaRPr lang="en-US" sz="20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How you cleaned it and split train / test ]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 name]  ·  [Your name]  ·  LRN International GCSE AI (7923) Paper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201168" cy="201168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457200"/>
            <a:ext cx="201168" cy="20116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three boxes for your own model.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46888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F4F4F8"/>
          </a:solidFill>
          <a:ln w="19050">
            <a:solidFill>
              <a:srgbClr val="1A1A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27248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input type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size ]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904488" y="3063240"/>
            <a:ext cx="64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72000" y="246888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F4F4F8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127248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model /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]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607808" y="3063240"/>
            <a:ext cx="649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275320" y="246888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F4F4F8"/>
          </a:solidFill>
          <a:ln w="19050">
            <a:solidFill>
              <a:srgbClr val="E8A31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127248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output labels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 ]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754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One line: how the input becomes an output ]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 name]  ·  [Your name]  ·  LRN International GCSE AI (7923) Paper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201168" cy="201168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457200"/>
            <a:ext cx="201168" cy="20116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and Testing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real numbers.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0881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Trained on the training set ]</a:t>
            </a:r>
            <a:endParaRPr lang="en-US" sz="20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Tested on separate unseen data ]</a:t>
            </a:r>
            <a:endParaRPr lang="en-US" sz="20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________%</a:t>
            </a:r>
            <a:endParaRPr lang="en-US" sz="20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Why testing on unseen data matters ]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 name]  ·  [Your name]  ·  LRN International GCSE AI (7923) Paper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201168" cy="201168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457200"/>
            <a:ext cx="201168" cy="20116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Improving the Model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failed, what you changed, and the result.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4937760" cy="2834640"/>
          </a:xfrm>
          <a:prstGeom prst="roundRect">
            <a:avLst>
              <a:gd name="adj" fmla="val 3871"/>
            </a:avLst>
          </a:prstGeom>
          <a:solidFill>
            <a:srgbClr val="F4F4F8"/>
          </a:solidFill>
          <a:ln w="19050">
            <a:solidFill>
              <a:srgbClr val="5A5A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423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01752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what the model got wrong ]</a:t>
            </a:r>
            <a:endParaRPr lang="en-US" sz="160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the kind of hard input 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92240" y="2194560"/>
            <a:ext cx="4937760" cy="2834640"/>
          </a:xfrm>
          <a:prstGeom prst="roundRect">
            <a:avLst>
              <a:gd name="adj" fmla="val 3871"/>
            </a:avLst>
          </a:prstGeom>
          <a:solidFill>
            <a:srgbClr val="F4F4F8"/>
          </a:solidFill>
          <a:ln w="19050">
            <a:solidFill>
              <a:srgbClr val="E8A3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423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01752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what you added ]</a:t>
            </a:r>
            <a:endParaRPr lang="en-US" sz="160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retrained the model ]</a:t>
            </a:r>
            <a:endParaRPr lang="en-US" sz="160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how the result improved ]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→ find failures → add examples → retrain → compare.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 name]  ·  [Your name]  ·  LRN International GCSE AI (7923) Paper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201168" cy="201168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457200"/>
            <a:ext cx="201168" cy="20116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 and Users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each point about YOUR system.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0881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Privacy point — where does the data go? ]</a:t>
            </a:r>
            <a:endParaRPr lang="en-US" sz="20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 limitation of your model ]</a:t>
            </a:r>
            <a:endParaRPr lang="en-US" sz="20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 possible bias and how to reduce it ]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 name]  ·  [Your name]  ·  LRN International GCSE AI (7923) Paper 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201168" cy="201168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457200"/>
            <a:ext cx="201168" cy="20116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words — honesty scores.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0881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part: [ your own answer ]</a:t>
            </a:r>
            <a:endParaRPr lang="en-US" sz="20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learned: [ your own answer ]</a:t>
            </a:r>
            <a:endParaRPr lang="en-US" sz="20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improvement: [ your own answer ]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 name]  ·  [Your name]  ·  LRN International GCSE AI (7923) Paper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2026-08-31T08:57:59Z</dcterms:created>
  <dcterms:modified xsi:type="dcterms:W3CDTF">2026-08-31T08:57:59Z</dcterms:modified>
</cp:coreProperties>
</file>